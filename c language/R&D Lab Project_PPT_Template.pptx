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c8hNawFy+CD29XCM8mQhTcVQ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a9a0087e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a9a0087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262875" y="1692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1472850" y="4035675"/>
            <a:ext cx="61983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Robotics &amp; Drone Lab</a:t>
            </a:r>
            <a:r>
              <a:rPr lang="en-US"/>
              <a:t> [22MEC 37N]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4848675"/>
            <a:ext cx="7315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Instructor: Dr. Hari Krishan Yadav</a:t>
            </a:r>
            <a:b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| Institute | Academic Year</a:t>
            </a:r>
            <a:endParaRPr/>
          </a:p>
        </p:txBody>
      </p:sp>
      <p:pic>
        <p:nvPicPr>
          <p:cNvPr id="87" name="Google Shape;87;p1" title="Chaitanya Bharathi Institute of Technology 47 Years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"/>
            <a:ext cx="9144003" cy="169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of project objectives, approach, and outcomes.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relevance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2: Literature Survey</a:t>
            </a:r>
            <a:endParaRPr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Previous research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technologies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gaps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&amp; Methodology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requirements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requirements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diagram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Circuit diagram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 / Algorithm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assembly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calibration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structure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 faced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Arduino Code </a:t>
            </a:r>
            <a:endParaRPr/>
          </a:p>
        </p:txBody>
      </p:sp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main code here.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Results, Discussion</a:t>
            </a:r>
            <a:endParaRPr/>
          </a:p>
        </p:txBody>
      </p:sp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Graphs &amp; tables </a:t>
            </a:r>
            <a:r>
              <a:rPr lang="en-US"/>
              <a:t>(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any)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9a0087e5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Conclusion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aa9a0087e5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all references in IEEE/APA style.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